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61AA6-EDD6-41DC-BFAA-D2F710B563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E6C758-6E46-4C1E-A55A-72CD517EE0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D5ACBB-7940-4D5A-AD2D-C1C72490B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A4B80-C0AC-4841-BA1F-365EE990E9E1}" type="datetimeFigureOut">
              <a:rPr lang="en-IN" smtClean="0"/>
              <a:t>22-05-2022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DD06B-BD76-45FB-816D-572DFD9CB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ED49C5-EDA9-47BD-94B0-EB3CE7151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EA5CE-3BF5-42F5-AE44-2B5BD84917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2692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DE58A-63AB-4DEC-98E4-65DEF5454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3A5A0-D72D-4316-98BE-1A31F7E31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8979FA-84CE-455C-B023-2D6AD46B4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A4B80-C0AC-4841-BA1F-365EE990E9E1}" type="datetimeFigureOut">
              <a:rPr lang="en-IN" smtClean="0"/>
              <a:t>22-05-2022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02C4B-96F9-4E45-BCCD-D6F777644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11B7A-323C-4595-B10C-DEB0560C9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EA5CE-3BF5-42F5-AE44-2B5BD84917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7422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96FD6-9CEB-47CF-B34A-5F05D52AB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727879-A100-4609-A848-7FD774B916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A0DF9D-E00B-4CC4-A363-C4CE439DF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A4B80-C0AC-4841-BA1F-365EE990E9E1}" type="datetimeFigureOut">
              <a:rPr lang="en-IN" smtClean="0"/>
              <a:t>22-05-2022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7B561A-4681-4AA6-851F-892E630FD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08AFF0-68B2-4028-AF7A-D0D611210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EA5CE-3BF5-42F5-AE44-2B5BD84917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3382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9339D-A4B8-4C1D-B255-B6122AE1B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68D69-3405-4B9B-B67D-269C68428B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A632EC-C305-40E8-9F53-05BCF716FD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65460D-C94F-424E-ABEB-A12ACE761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A4B80-C0AC-4841-BA1F-365EE990E9E1}" type="datetimeFigureOut">
              <a:rPr lang="en-IN" smtClean="0"/>
              <a:t>22-05-2022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BBED19-7286-4895-80D3-214408C8C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55176C-1ABA-4559-87B2-2148C1B70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EA5CE-3BF5-42F5-AE44-2B5BD84917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7329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D3A47-AD55-4AC6-9482-D6A2BB151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B72139-A77E-4E83-9A08-16B23BC5E0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682565-C55E-40F6-86B5-809A32B7D8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65DFEF-55AB-4243-B404-23F7D459CA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B89575-FAE4-484A-B086-920122420A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AF6830-89D4-4BB0-A37F-9CE04FF0C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A4B80-C0AC-4841-BA1F-365EE990E9E1}" type="datetimeFigureOut">
              <a:rPr lang="en-IN" smtClean="0"/>
              <a:t>22-05-2022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C9285A-5109-4D31-8160-BDE9FACD7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86AE34-8D81-4AB8-9272-292EF8F71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EA5CE-3BF5-42F5-AE44-2B5BD84917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95196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4BDF1-685C-4C21-99F4-598DD52EF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30F4B9-0523-4C85-81B0-1A94BF073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A4B80-C0AC-4841-BA1F-365EE990E9E1}" type="datetimeFigureOut">
              <a:rPr lang="en-IN" smtClean="0"/>
              <a:t>22-05-2022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28BAFF-9A4F-400A-87BF-44C515625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D3210A-5AB7-4FFC-9CF7-F7D5B959F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EA5CE-3BF5-42F5-AE44-2B5BD84917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4283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63C2B7-0DE3-4A1F-A09D-92B4BA7C4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A4B80-C0AC-4841-BA1F-365EE990E9E1}" type="datetimeFigureOut">
              <a:rPr lang="en-IN" smtClean="0"/>
              <a:t>22-05-2022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06250A-E90C-4D01-9D33-E5E90EDD7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FB6344-A8EC-4BD1-AD11-4FC6AB234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EA5CE-3BF5-42F5-AE44-2B5BD84917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73939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64A23-1BD0-473C-9093-7D5BC0F5A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899D63-7472-47FA-818F-0E13DA96D2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FCCC8A-D726-470A-93EC-5B6D5896FD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57FD76-D818-4B3C-A3CF-1F0E82CC9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A4B80-C0AC-4841-BA1F-365EE990E9E1}" type="datetimeFigureOut">
              <a:rPr lang="en-IN" smtClean="0"/>
              <a:t>22-05-2022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9533A7-21F4-45C4-9280-EEF57F262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8BD2AA-CCFE-42B7-8E68-9EEB654D0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EA5CE-3BF5-42F5-AE44-2B5BD84917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40757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53D4E-3815-4063-8FE4-8455EC82E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65A24CD-223C-4A0F-B5D1-99E126A712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E25BA7-3846-4E45-A012-40CD974909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9D553D-BD58-42F5-9C73-62043CD53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A4B80-C0AC-4841-BA1F-365EE990E9E1}" type="datetimeFigureOut">
              <a:rPr lang="en-IN" smtClean="0"/>
              <a:t>22-05-2022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BA298F-9E81-4BE6-958F-EA93CB968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AD6852-2C1F-40E3-A39A-4AFB1F88A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EA5CE-3BF5-42F5-AE44-2B5BD84917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76273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E62FD-C23A-41E9-B623-CADFBF691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448EAD-4228-4531-9012-0CAF837B09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514DDE-B923-4343-AB9F-4DF40D19B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A4B80-C0AC-4841-BA1F-365EE990E9E1}" type="datetimeFigureOut">
              <a:rPr lang="en-IN" smtClean="0"/>
              <a:t>22-05-2022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F0DAB9-B05C-48D4-B880-767BB4C6E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0D744B-3E13-4AE8-9514-1604A4AEE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EA5CE-3BF5-42F5-AE44-2B5BD84917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89325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DCC520-FCFD-460B-84F0-EF964775DD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3B8476-F0C8-4948-907A-6ED982ED29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EF7C4-4ED9-4995-B0D0-2B3E5C339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A4B80-C0AC-4841-BA1F-365EE990E9E1}" type="datetimeFigureOut">
              <a:rPr lang="en-IN" smtClean="0"/>
              <a:t>22-05-2022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E26541-479B-4F15-AFA1-9956B0B94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02B8B-2046-4269-B64E-91A9357C4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EA5CE-3BF5-42F5-AE44-2B5BD84917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4990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425EE8-8964-45EB-8110-4BD5152C9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4CE7B6-BE27-4853-BD39-5E51A85771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E1ADC2-EA6A-4A5D-80C1-597CD4572B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DA4B80-C0AC-4841-BA1F-365EE990E9E1}" type="datetimeFigureOut">
              <a:rPr lang="en-IN" smtClean="0"/>
              <a:t>22-05-2022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9AB61E-A2F6-4BA4-84D3-23731667A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4ADCE8-4A7C-41E9-9D42-B70BA0BC6A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0EA5CE-3BF5-42F5-AE44-2B5BD84917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9678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DDB82-4BB6-44EC-B798-29EB2870E7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/>
              <a:t>helo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D8A5A5-B61A-4480-9C2F-C00E5F862F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/>
              <a:t>helo</a:t>
            </a:r>
          </a:p>
        </p:txBody>
      </p:sp>
    </p:spTree>
    <p:extLst>
      <p:ext uri="{BB962C8B-B14F-4D97-AF65-F5344CB8AC3E}">
        <p14:creationId xmlns:p14="http://schemas.microsoft.com/office/powerpoint/2010/main" val="3202492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helo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Vishal Sharma</dc:creator>
  <cp:lastModifiedBy>Vishal Sharma</cp:lastModifiedBy>
  <cp:revision>2</cp:revision>
  <dcterms:created xsi:type="dcterms:W3CDTF">2022-05-22T05:20:59Z</dcterms:created>
  <dcterms:modified xsi:type="dcterms:W3CDTF">2022-05-22T06:08:06Z</dcterms:modified>
</cp:coreProperties>
</file>