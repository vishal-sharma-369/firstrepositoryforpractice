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1AA6-EDD6-41DC-BFAA-D2F710B56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C758-6E46-4C1E-A55A-72CD517EE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5ACBB-7940-4D5A-AD2D-C1C72490B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D06B-BD76-45FB-816D-572DFD9C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D49C5-EDA9-47BD-94B0-EB3CE715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69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E58A-63AB-4DEC-98E4-65DEF545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A5A0-D72D-4316-98BE-1A31F7E3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79FA-84CE-455C-B023-2D6AD46B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2C4B-96F9-4E45-BCCD-D6F77764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11B7A-323C-4595-B10C-DEB0560C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42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6FD6-9CEB-47CF-B34A-5F05D52AB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27879-A100-4609-A848-7FD774B91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0DF9D-E00B-4CC4-A363-C4CE439D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B561A-4681-4AA6-851F-892E630F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8AFF0-68B2-4028-AF7A-D0D61121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38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339D-A4B8-4C1D-B255-B6122AE1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68D69-3405-4B9B-B67D-269C68428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632EC-C305-40E8-9F53-05BCF716F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5460D-C94F-424E-ABEB-A12ACE76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ED19-7286-4895-80D3-214408C8C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5176C-1ABA-4559-87B2-2148C1B7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32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3A47-AD55-4AC6-9482-D6A2BB151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72139-A77E-4E83-9A08-16B23BC5E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82565-C55E-40F6-86B5-809A32B7D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65DFEF-55AB-4243-B404-23F7D459C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89575-FAE4-484A-B086-920122420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F6830-89D4-4BB0-A37F-9CE04FF0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9285A-5109-4D31-8160-BDE9FACD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86AE34-8D81-4AB8-9272-292EF8F7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51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BDF1-685C-4C21-99F4-598DD52E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0F4B9-0523-4C85-81B0-1A94BF07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8BAFF-9A4F-400A-87BF-44C51562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210A-5AB7-4FFC-9CF7-F7D5B959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3C2B7-0DE3-4A1F-A09D-92B4BA7C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6250A-E90C-4D01-9D33-E5E90EDD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B6344-A8EC-4BD1-AD11-4FC6AB23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39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4A23-1BD0-473C-9093-7D5BC0F5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9D63-7472-47FA-818F-0E13DA96D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CCC8A-D726-470A-93EC-5B6D5896F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7FD76-D818-4B3C-A3CF-1F0E82CC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533A7-21F4-45C4-9280-EEF57F26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BD2AA-CCFE-42B7-8E68-9EEB654D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07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3D4E-3815-4063-8FE4-8455EC82E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A24CD-223C-4A0F-B5D1-99E126A71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25BA7-3846-4E45-A012-40CD97490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D553D-BD58-42F5-9C73-62043CD5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A298F-9E81-4BE6-958F-EA93CB96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D6852-2C1F-40E3-A39A-4AFB1F8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62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E62FD-C23A-41E9-B623-CADFBF69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48EAD-4228-4531-9012-0CAF837B0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14DDE-B923-4343-AB9F-4DF40D19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0DAB9-B05C-48D4-B880-767BB4C6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D744B-3E13-4AE8-9514-1604A4AE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93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CC520-FCFD-460B-84F0-EF964775D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B8476-F0C8-4948-907A-6ED982ED2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EF7C4-4ED9-4995-B0D0-2B3E5C33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26541-479B-4F15-AFA1-9956B0B9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02B8B-2046-4269-B64E-91A9357C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99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25EE8-8964-45EB-8110-4BD5152C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CE7B6-BE27-4853-BD39-5E51A8577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ADC2-EA6A-4A5D-80C1-597CD4572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A4B80-C0AC-4841-BA1F-365EE990E9E1}" type="datetimeFigureOut">
              <a:rPr lang="en-IN" smtClean="0"/>
              <a:t>22-05-2022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AB61E-A2F6-4BA4-84D3-23731667A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ADCE8-4A7C-41E9-9D42-B70BA0BC6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EA5CE-3BF5-42F5-AE44-2B5BD8491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7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DB82-4BB6-44EC-B798-29EB2870E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8A5A5-B61A-4480-9C2F-C00E5F862F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helo</a:t>
            </a:r>
          </a:p>
        </p:txBody>
      </p:sp>
    </p:spTree>
    <p:extLst>
      <p:ext uri="{BB962C8B-B14F-4D97-AF65-F5344CB8AC3E}">
        <p14:creationId xmlns:p14="http://schemas.microsoft.com/office/powerpoint/2010/main" val="3202492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Sharma</dc:creator>
  <cp:lastModifiedBy>Vishal Sharma</cp:lastModifiedBy>
  <cp:revision>1</cp:revision>
  <dcterms:created xsi:type="dcterms:W3CDTF">2022-05-22T05:20:59Z</dcterms:created>
  <dcterms:modified xsi:type="dcterms:W3CDTF">2022-05-22T05:21:05Z</dcterms:modified>
</cp:coreProperties>
</file>